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70" r:id="rId12"/>
    <p:sldId id="271" r:id="rId13"/>
    <p:sldId id="27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70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F2DFFD46-EA7A-3EFB-442C-C7E68548D941}"/>
              </a:ext>
            </a:extLst>
          </p:cNvPr>
          <p:cNvSpPr/>
          <p:nvPr/>
        </p:nvSpPr>
        <p:spPr>
          <a:xfrm>
            <a:off x="5326072" y="1555881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/home/claude/chatbot_ppt/icons/robot_FFFFFF.png">
            <a:extLst>
              <a:ext uri="{FF2B5EF4-FFF2-40B4-BE49-F238E27FC236}">
                <a16:creationId xmlns:a16="http://schemas.microsoft.com/office/drawing/2014/main" id="{D5E3FF4B-F3DD-34CF-3C2A-9F52122B7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412" y="1628006"/>
            <a:ext cx="1014984" cy="1014984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301621CC-F27A-F5C9-F31C-78343266C8C7}"/>
              </a:ext>
            </a:extLst>
          </p:cNvPr>
          <p:cNvSpPr txBox="1"/>
          <p:nvPr/>
        </p:nvSpPr>
        <p:spPr>
          <a:xfrm>
            <a:off x="1063689" y="3157482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AI CHATBOT USING NLP</a:t>
            </a:r>
            <a:endParaRPr lang="en-US" sz="6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9F7735D4-0EF2-5C04-6568-4831A90982C1}"/>
              </a:ext>
            </a:extLst>
          </p:cNvPr>
          <p:cNvSpPr/>
          <p:nvPr/>
        </p:nvSpPr>
        <p:spPr>
          <a:xfrm>
            <a:off x="4170707" y="4716625"/>
            <a:ext cx="3850585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59647E6-89EB-8D50-EC18-8C781694ACF3}"/>
              </a:ext>
            </a:extLst>
          </p:cNvPr>
          <p:cNvSpPr txBox="1"/>
          <p:nvPr/>
        </p:nvSpPr>
        <p:spPr>
          <a:xfrm>
            <a:off x="914399" y="50749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CSA1714- ARTIFICIAL INTELLIGENCE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07B2A3D-2C5E-C990-5FB2-9CE92D7AC60E}"/>
              </a:ext>
            </a:extLst>
          </p:cNvPr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GUIDED BY : DR NAGARAJAN BABU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BY: R. RUPA SREE(192472122)</a:t>
            </a:r>
            <a:endParaRPr lang="en-US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Google Shape;100;p13" descr="SSE-Computer Science and Engineering">
            <a:extLst>
              <a:ext uri="{FF2B5EF4-FFF2-40B4-BE49-F238E27FC236}">
                <a16:creationId xmlns:a16="http://schemas.microsoft.com/office/drawing/2014/main" id="{D00C8DD7-1E67-F535-9F2E-2C225296E171}"/>
              </a:ext>
            </a:extLst>
          </p:cNvPr>
          <p:cNvPicPr preferRelativeResize="0"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699795" y="72187"/>
            <a:ext cx="10949293" cy="12536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139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hatbot_ppt/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024" y="570128"/>
            <a:ext cx="642823" cy="6428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chatbot is a computer program that talks with people using text or voice.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 (Natural Language Processing) helps computers understand human language.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NLP chatbot can understand the meaning of a sentence, not just fixed words.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Today, chatbots are used in websites, apps, and customer support all over the world.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0" y="178308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F2F7F6"/>
          </a:solidFill>
          <a:ln w="12700">
            <a:solidFill>
              <a:srgbClr val="DDED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35240" y="2103120"/>
            <a:ext cx="2651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2103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Hi! How can I help you today?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869680" y="2926080"/>
            <a:ext cx="242316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0068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 need my exam schedule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35240" y="374904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3749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Sure! Your exams start on 10th Nov.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835640" y="4572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1" descr="/home/claude/chatbot_ppt/icons/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1020" y="4637380"/>
            <a:ext cx="372161" cy="3721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hatbot_ppt/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024" y="570128"/>
            <a:ext cx="642823" cy="6428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3736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 staff cannot answer questions 24 hours a day.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Users often wait a long time to get a reply.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Old chatbots only understand fixed keywords, not full sentences.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gives wrong or no answers when users type in a different way.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need a system that truly understands what the user is asking.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589520" y="182880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028090"/>
          </a:solidFill>
          <a:ln/>
        </p:spPr>
      </p:sp>
      <p:sp>
        <p:nvSpPr>
          <p:cNvPr id="8" name="Shape 5"/>
          <p:cNvSpPr/>
          <p:nvPr/>
        </p:nvSpPr>
        <p:spPr>
          <a:xfrm>
            <a:off x="9098280" y="219456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chatbot_ppt/icons/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039" y="2325319"/>
            <a:ext cx="744322" cy="74432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Long Wait Times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909560" y="38404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6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Keyword-based bots also fail on complex questions, causing user frustration.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hatbot_ppt/icons/bulls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024" y="570128"/>
            <a:ext cx="642823" cy="6428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2F7F6"/>
          </a:solidFill>
          <a:ln/>
        </p:spPr>
      </p:sp>
      <p:sp>
        <p:nvSpPr>
          <p:cNvPr id="7" name="Shape 4"/>
          <p:cNvSpPr/>
          <p:nvPr/>
        </p:nvSpPr>
        <p:spPr>
          <a:xfrm>
            <a:off x="148590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chatbot_ppt/icons/langua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885" y="2255825"/>
            <a:ext cx="608990" cy="6089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Understand Language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31520" y="3749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chatbot that understands natural human language.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474720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2F7F6"/>
          </a:solidFill>
          <a:ln/>
        </p:spPr>
      </p:sp>
      <p:sp>
        <p:nvSpPr>
          <p:cNvPr id="12" name="Shape 8"/>
          <p:cNvSpPr/>
          <p:nvPr/>
        </p:nvSpPr>
        <p:spPr>
          <a:xfrm>
            <a:off x="4411980" y="21488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/home/claude/chatbot_ppt/icons/bulls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965" y="2255825"/>
            <a:ext cx="608990" cy="6089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11880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Detect Intent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3657600" y="3749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Correctly find out what the user really wants.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400800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2F7F6"/>
          </a:solidFill>
          <a:ln/>
        </p:spPr>
      </p:sp>
      <p:sp>
        <p:nvSpPr>
          <p:cNvPr id="17" name="Shape 12"/>
          <p:cNvSpPr/>
          <p:nvPr/>
        </p:nvSpPr>
        <p:spPr>
          <a:xfrm>
            <a:off x="733806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chatbot_ppt/icons/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045" y="2255825"/>
            <a:ext cx="608990" cy="60899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Fast Replies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6583680" y="3749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 quick and accurate answers to users.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9326880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2F7F6"/>
          </a:solidFill>
          <a:ln/>
        </p:spPr>
      </p:sp>
      <p:sp>
        <p:nvSpPr>
          <p:cNvPr id="22" name="Shape 16"/>
          <p:cNvSpPr/>
          <p:nvPr/>
        </p:nvSpPr>
        <p:spPr>
          <a:xfrm>
            <a:off x="10264140" y="21488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4" descr="/home/claude/chatbot_ppt/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1125" y="2255825"/>
            <a:ext cx="608990" cy="60899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464040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Better Experience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9509760" y="3749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 overall user experience and satisfaction.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EXISTING SYSTEM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hatbot_ppt/icons/tim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024" y="570128"/>
            <a:ext cx="642823" cy="6428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37360"/>
            <a:ext cx="6217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old chatbots are rule-based and use fixed keywords.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They cannot understand different sentence styles or spelling mistakes.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They do not learn from past conversations.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They can only answer a small, fixed list of questions.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223760" y="1828800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F2F7F6"/>
          </a:solidFill>
          <a:ln w="12700">
            <a:solidFill>
              <a:srgbClr val="E3EF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52360" y="2057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Rule-Based Chatbot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/home/claude/chatbot_ppt/icons/times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6060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63840" y="25328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"Book ticket" works, but "I want to book a ticket please" fails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/home/claude/chatbot_ppt/icons/times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56616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863840" y="34930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understanding of meaning, only exact words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/home/claude/chatbot_ppt/icons/times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52628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863840" y="44531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Cannot handle spelling errors or slang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PROPOSED SYSTEM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hatbot_ppt/icons/magic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024" y="570128"/>
            <a:ext cx="642823" cy="6428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37360"/>
            <a:ext cx="6217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NLP to understand the real meaning of user text.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Automatically detects the user's intent, even with new sentence styles.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machine learning to keep improving over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Gives smart, relevant, and human-like answers.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223760" y="1828800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52360" y="2057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NLP-Based Chatbot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/home/claude/chatbot_ppt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6060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63840" y="25328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6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"I want to book a ticket please" is understood correctly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/home/claude/chatbot_ppt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56616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863840" y="34930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6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Understands meaning, not just exact words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/home/claude/chatbot_ppt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52628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863840" y="44531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6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Handles spelling errors, slang, and new phrasing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843888" y="658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ARCHITECTURE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9468" y="22860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2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86688" y="248716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chatbot_ppt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898" y="2570378"/>
            <a:ext cx="473659" cy="4736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5188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/home/claude/chatbot_ppt/icons/arrow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276" y="2916936"/>
            <a:ext cx="274320" cy="29260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964028" y="22860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2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581248" y="248716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3" descr="/home/claude/chatbot_ppt/icons/keybo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458" y="2570378"/>
            <a:ext cx="473659" cy="473659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009748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Input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/home/claude/chatbot_ppt/icons/arrow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836" y="2916936"/>
            <a:ext cx="274320" cy="29260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158588" y="22860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2F7F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5775808" y="248716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5" descr="/home/claude/chatbot_ppt/icons/bra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9018" y="2570378"/>
            <a:ext cx="473659" cy="473659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204308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 Processing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6" descr="/home/claude/chatbot_ppt/icons/arrow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396" y="2916936"/>
            <a:ext cx="274320" cy="29260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353148" y="22860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2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7970368" y="248716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7" descr="/home/claude/chatbot_ppt/icons/bulls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3578" y="2570378"/>
            <a:ext cx="473659" cy="473659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398868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Intent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8" descr="/home/claude/chatbot_ppt/icons/arrow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956" y="2916936"/>
            <a:ext cx="274320" cy="292608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9547708" y="22860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2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7" name="Shape 16"/>
          <p:cNvSpPr/>
          <p:nvPr/>
        </p:nvSpPr>
        <p:spPr>
          <a:xfrm>
            <a:off x="10164928" y="248716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9" descr="/home/claude/chatbot_ppt/icons/comment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8138" y="2570378"/>
            <a:ext cx="473659" cy="47365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9593428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10484968" y="3931920"/>
            <a:ext cx="0" cy="411480"/>
          </a:xfrm>
          <a:prstGeom prst="line">
            <a:avLst/>
          </a:prstGeom>
          <a:noFill/>
          <a:ln w="19050">
            <a:solidFill>
              <a:srgbClr val="5A6B6C"/>
            </a:solidFill>
            <a:prstDash val="dash"/>
          </a:ln>
        </p:spPr>
      </p:sp>
      <p:sp>
        <p:nvSpPr>
          <p:cNvPr id="31" name="Shape 19"/>
          <p:cNvSpPr/>
          <p:nvPr/>
        </p:nvSpPr>
        <p:spPr>
          <a:xfrm>
            <a:off x="1706728" y="4343400"/>
            <a:ext cx="8778240" cy="0"/>
          </a:xfrm>
          <a:prstGeom prst="line">
            <a:avLst/>
          </a:prstGeom>
          <a:noFill/>
          <a:ln w="19050">
            <a:solidFill>
              <a:srgbClr val="5A6B6C"/>
            </a:solidFill>
            <a:prstDash val="dash"/>
            <a:tailEnd type="none"/>
          </a:ln>
        </p:spPr>
      </p:sp>
      <p:sp>
        <p:nvSpPr>
          <p:cNvPr id="32" name="Shape 20"/>
          <p:cNvSpPr/>
          <p:nvPr/>
        </p:nvSpPr>
        <p:spPr>
          <a:xfrm>
            <a:off x="1706728" y="3931920"/>
            <a:ext cx="0" cy="411480"/>
          </a:xfrm>
          <a:prstGeom prst="line">
            <a:avLst/>
          </a:prstGeom>
          <a:noFill/>
          <a:ln w="19050">
            <a:solidFill>
              <a:srgbClr val="5A6B6C"/>
            </a:solidFill>
            <a:prstDash val="dash"/>
          </a:ln>
        </p:spPr>
      </p:sp>
      <p:pic>
        <p:nvPicPr>
          <p:cNvPr id="33" name="Image 10" descr="/home/claude/chatbot_ppt/icons/arrow_5A6B6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569568" y="3858768"/>
            <a:ext cx="274320" cy="292608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response cycles back to the user, who can continue the conversation.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 &amp; PLATFORMS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TECHNOLOGIES USED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hatbot_ppt/icons/laptopcod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024" y="570128"/>
            <a:ext cx="642823" cy="6428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78308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/home/claude/chatbot_ppt/icons/laptopcode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" y="2083003"/>
            <a:ext cx="405994" cy="4059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Python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3152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programming language for AI and NLP.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297680" y="178308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/>
        </p:spPr>
      </p:sp>
      <p:sp>
        <p:nvSpPr>
          <p:cNvPr id="12" name="Shape 8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/home/claude/chatbot_ppt/icons/brain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603" y="208300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NLTK / spaCy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452628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Popular libraries used for NLP tasks.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092440" y="178308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/>
        </p:spPr>
      </p:sp>
      <p:sp>
        <p:nvSpPr>
          <p:cNvPr id="17" name="Shape 12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chatbot_ppt/icons/database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2363" y="2083003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210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TensorFlow / PyTorch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832104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Frameworks for machine learning models.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502920" y="37947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00A896"/>
          </a:solidFill>
          <a:ln/>
        </p:spPr>
      </p:sp>
      <p:sp>
        <p:nvSpPr>
          <p:cNvPr id="22" name="Shape 16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/home/claude/chatbot_ppt/icons/server_00A8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" y="4094683"/>
            <a:ext cx="405994" cy="40599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152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Flask / Django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731520" y="5001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to build the chatbot's web backend.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4297680" y="37947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00A896"/>
          </a:solidFill>
          <a:ln/>
        </p:spPr>
      </p:sp>
      <p:sp>
        <p:nvSpPr>
          <p:cNvPr id="27" name="Shape 20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/home/claude/chatbot_ppt/icons/cloud_00A89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7603" y="4094683"/>
            <a:ext cx="405994" cy="40599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52628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Rasa / Dialogflow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4526280" y="5001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Ready-made chatbot development platforms.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8092440" y="37947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00A896"/>
          </a:solidFill>
          <a:ln/>
        </p:spPr>
      </p:sp>
      <p:sp>
        <p:nvSpPr>
          <p:cNvPr id="32" name="Shape 24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/home/claude/chatbot_ppt/icons/mobile_00A89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2363" y="4094683"/>
            <a:ext cx="405994" cy="40599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Web / App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8321040" y="5001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users chat with the bot.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886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CHATBOT EXAMPLE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hatbot_ppt/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024" y="570128"/>
            <a:ext cx="642823" cy="6428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66160" y="1234440"/>
            <a:ext cx="5029200" cy="4480560"/>
          </a:xfrm>
          <a:prstGeom prst="roundRect">
            <a:avLst>
              <a:gd name="adj" fmla="val 3673"/>
            </a:avLst>
          </a:prstGeom>
          <a:solidFill>
            <a:srgbClr val="F2F7F6"/>
          </a:solidFill>
          <a:ln w="12700">
            <a:solidFill>
              <a:srgbClr val="DDED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566160" y="1234440"/>
            <a:ext cx="5029200" cy="548640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840480" y="1234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College Help Bot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800600" y="1965960"/>
            <a:ext cx="3566160" cy="6858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65192" y="196596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the last date to pay fees?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94760" y="2834640"/>
            <a:ext cx="356616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2" y="283464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last date to pay fees is 15th September.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800600" y="3703320"/>
            <a:ext cx="3566160" cy="6858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65192" y="370332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I pay it online?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794760" y="4572000"/>
            <a:ext cx="356616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2" y="457200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Yes, you can pay fees online on the college portal.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student asks about fees, and the chatbot instantly gives the correct answer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i="1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by understanding the question — this is NLP in action.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 HELPS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ADVANTAGES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hatbot_ppt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024" y="570128"/>
            <a:ext cx="642823" cy="6428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20140" y="21945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/home/claude/chatbot_ppt/icons/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012" y="2313432"/>
            <a:ext cx="676656" cy="6766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Available 24/7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594360" y="3886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Answers users anytime, day or night.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314700" y="219456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2" descr="/home/claude/chatbot_ppt/icons/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572" y="2313432"/>
            <a:ext cx="676656" cy="6766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97480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Saves Time &amp; Cost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2788920" y="3886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the need for extra staff.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509260" y="21945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3" descr="/home/claude/chatbot_ppt/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8132" y="2313432"/>
            <a:ext cx="676656" cy="6766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892040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Handles Many Users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4983480" y="3886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Talks to many people at the same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7703820" y="219456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4" descr="/home/claude/chatbot_ppt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692" y="2313432"/>
            <a:ext cx="676656" cy="6766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086600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Consistent Answers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7178040" y="3886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Gives the same correct answer every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9898380" y="21945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5" descr="/home/claude/chatbot_ppt/icons/magi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7252" y="2313432"/>
            <a:ext cx="676656" cy="6766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281160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Easy to 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7"/>
          <p:cNvSpPr txBox="1"/>
          <p:nvPr/>
        </p:nvSpPr>
        <p:spPr>
          <a:xfrm>
            <a:off x="9372600" y="38862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Simple chat interface for everyone.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FUTURE SCOPE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hatbot_ppt/icons/rock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024" y="570128"/>
            <a:ext cx="642823" cy="6428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028090"/>
          </a:solidFill>
          <a:ln/>
        </p:spPr>
      </p:sp>
      <p:sp>
        <p:nvSpPr>
          <p:cNvPr id="7" name="Shape 4"/>
          <p:cNvSpPr/>
          <p:nvPr/>
        </p:nvSpPr>
        <p:spPr>
          <a:xfrm>
            <a:off x="148590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/home/claude/chatbot_ppt/icons/language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885" y="2255825"/>
            <a:ext cx="608990" cy="6089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Multiple Languages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31520" y="3749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 for many regional and global languages.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474720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00A896"/>
          </a:solidFill>
          <a:ln/>
        </p:spPr>
      </p:sp>
      <p:sp>
        <p:nvSpPr>
          <p:cNvPr id="12" name="Shape 8"/>
          <p:cNvSpPr/>
          <p:nvPr/>
        </p:nvSpPr>
        <p:spPr>
          <a:xfrm>
            <a:off x="441198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/home/claude/chatbot_ppt/icons/headset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965" y="2255825"/>
            <a:ext cx="608990" cy="6089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11880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Voice-Based Chat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3657600" y="3749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Let users talk to the bot using voice.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400800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028090"/>
          </a:solidFill>
          <a:ln/>
        </p:spPr>
      </p:sp>
      <p:sp>
        <p:nvSpPr>
          <p:cNvPr id="17" name="Shape 12"/>
          <p:cNvSpPr/>
          <p:nvPr/>
        </p:nvSpPr>
        <p:spPr>
          <a:xfrm>
            <a:off x="733806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chatbot_ppt/icons/brain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5045" y="2255825"/>
            <a:ext cx="608990" cy="60899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Deep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6583680" y="3749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Better understanding using advanced AI models.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9326880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00A896"/>
          </a:solidFill>
          <a:ln/>
        </p:spPr>
      </p:sp>
      <p:sp>
        <p:nvSpPr>
          <p:cNvPr id="22" name="Shape 16"/>
          <p:cNvSpPr/>
          <p:nvPr/>
        </p:nvSpPr>
        <p:spPr>
          <a:xfrm>
            <a:off x="1026414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/home/claude/chatbot_ppt/icons/wifi_00A8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1125" y="2255825"/>
            <a:ext cx="608990" cy="60899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464040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More Platforms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9509760" y="3749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0F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 with WhatsApp, apps, and more.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chatbot_ppt/icons/robo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868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E6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AI chatbot using NLP can understand and reply to users like a human.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E6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saves time for both users and organizations.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E6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performs much better than old, rule-based systems.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E6F5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has many real-life uses in support, banking, health, and education.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5A6B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B05933-BEBA-23F9-346E-0CE60CA9B41D}"/>
              </a:ext>
            </a:extLst>
          </p:cNvPr>
          <p:cNvSpPr txBox="1"/>
          <p:nvPr/>
        </p:nvSpPr>
        <p:spPr>
          <a:xfrm>
            <a:off x="2425959" y="2323321"/>
            <a:ext cx="7399175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Informal Roman" panose="030604020304060B0204" pitchFamily="66" charset="0"/>
              </a:rPr>
              <a:t>THANKYOU!</a:t>
            </a:r>
          </a:p>
        </p:txBody>
      </p:sp>
    </p:spTree>
    <p:extLst>
      <p:ext uri="{BB962C8B-B14F-4D97-AF65-F5344CB8AC3E}">
        <p14:creationId xmlns:p14="http://schemas.microsoft.com/office/powerpoint/2010/main" val="2683998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691</Words>
  <Application>Microsoft Office PowerPoint</Application>
  <PresentationFormat>Widescreen</PresentationFormat>
  <Paragraphs>115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Informal Roman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RupaSree Raavi</cp:lastModifiedBy>
  <cp:revision>3</cp:revision>
  <dcterms:created xsi:type="dcterms:W3CDTF">2026-08-29T03:02:44Z</dcterms:created>
  <dcterms:modified xsi:type="dcterms:W3CDTF">2026-08-29T03:59:55Z</dcterms:modified>
</cp:coreProperties>
</file>